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NINE-PART SERIES, PLUS THREE APPENDICES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Building, reasoning about, and operating LangGraph agents — from a single ReAct loop to a deployed, multi-agent, self-hosted system.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series covers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1–3 — the reasoning core: the ReAct loop, a typed tool layer, and dual-layer memory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4–5 — going further: multi-step planning, then self-critique and refinement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6–8 — leaving the sandbox: external actions via n8n, full tracing, and production deployment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9a–9b — splitting one agent into several: a Planner, a Coder, and a Reviewer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Appendices A–C — a pattern matrix, an evaluation framework, and a deployment checklist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THROUGHLINE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question, asked at every layer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this decision be made deterministic and enforced in code — or does it genuinely need the model's judgment?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ceilings, schema-enforced confirmations, cost guards, retry logic: pushed into code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selection, plan decomposition, critique verdicts: left to the model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this split right, layer by layer, is most of what separates a demo from an operable system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Anatomy of an Agent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9052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ReAct loop, graph state, and the pairing of a probabilistic reasoning node with a deterministic router.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CORE IDEA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Reason, Act, Observe, repeat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is a system where an LLM decides, at runtime, what the next action is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— the model proposes a next step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— the model emits a tool call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— the tool executes; its output re-enters state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ReAct has no upper bound on steps — every production loop needs a hard step ceiling, enforced in code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STATE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is a typed, append-reducible object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field gets a reducer: concat for messages, replace for counters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an explicit reducer, a node's partial return can overwrite the entire history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message array doubles as an audit log — later read directly by tracing in Part 7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is probabilistic; the router that follows it is a pure function of state — that pairing recurs at every layer of this series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 Layer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9052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quality, not model size, is usually the real ceiling on agent performance.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WHY TOOLS MATTER MOST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set the ceiling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unambiguous the input schema is — can the model even construct a valid call?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informative the error messages are — can the model self-correct?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narrow the blast radius is — can a bad call do real damage?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model with three tightly-typed tools outperforms a large model with three vague ones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THE CONTRACT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Schema, description, structured failure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tool: a Zod schema, a scoped description, and a body that never throws raw errors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ok(data) / fail(error, retryable) — failure becomes reasoning material, not a crash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Irreversible actions require a schema-enforced confirmed: true, not just a prompt instruction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can forget an instruction; it cannot bypass a field it doesn't satisfy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&amp; Context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9052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and long-term memory are two different systems — conflating them is a common design mistake.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— TWO SYSTEMS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memory vs. long-term memory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(session)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51663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 in state.messages</a:t>
            </a:r>
            <a:endParaRPr lang="en-US" sz="140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lifetime, needs to be fast</a:t>
            </a:r>
            <a:endParaRPr lang="en-US" sz="140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Exactness over recall breadth</a:t>
            </a:r>
            <a:endParaRPr lang="en-US" sz="140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Trimmed at read time only — the stored transcript stays complete for audit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355080" y="187452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(semantic)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1663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Backed by pgvector</a:t>
            </a:r>
            <a:endParaRPr lang="en-US" sz="140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 restarts, scales past a context window</a:t>
            </a:r>
            <a:endParaRPr lang="en-US" sz="140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 over exactness</a:t>
            </a:r>
            <a:endParaRPr lang="en-US" sz="140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is thresholded — nearest-neighbor search always returns something, whether or not it's relevant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— GROUNDING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and read cheaply before reasoning gets involved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are gated by cheap regex heuristics, not a model call on every turn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Grounding queries long-term memory once, before Reason, and injects only results above a similarity threshold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 grounding entirely for trivial turns ("hi", "thanks") — a pure latency win with no behavior change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Decomposition &amp; Planning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9052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Plan-and-Execute splits strategy from execution, trading upfront latency for reduced drift on long tasks.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— WHY REACT ALONE DOESN'T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Re-deriving the plan every step causes drift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ReAct re-infers "what's my overall strategy" from the transcript on every single step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re-inference is not guaranteed to converge on the same answer twice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Plan-and-Execute writes the plan down once, as structured data, instead of leaving it implicit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— PLANNER AND EXECUTOR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roles, two different context windows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 reasons once about the full goal and emits a Zod-validated, capped list of steps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 sees only the current step's description and the overall goal — not the full transcript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narrowing is the actual drift-reduction mechanism, not a side effect of the architecture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Planner is grounded in the real tool registry — a plan produced in ignorance of what's executable fails late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&amp; Self-Correction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9052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dedicated Critique phase between generation and action — Generate, Critique, Refine.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 — WHY GENERATION ALONE ISN'T ENOUGH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second, adversarially-framed pass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are a strict reviewer, not the original author" — counters self-agreement bias directly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Critique returns a forced binary verdict via schema, not a free-text judgment to parse for sentiment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Roughly doubles cost per gated step — reserve it for outputs where being wrong is expensive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 — REFINEMENT AND ESCALATION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retries, then a human — never silent shipping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loops back to Critique, not to Reason — fixing a specific output is narrower than re-reasoning from scratch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MAX_REFINEMENTS is enforced in the router, the same hard-ceiling discipline as every earlier Part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ceiling breach: escalate to a human, honestly, rather than silently returning an unverified answer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series' first explicit human-in-the-loop checkpoint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Orchestration with n8n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9052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decides what to do. n8n decides how. Most real systems need both.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6 — THE DECISION TEST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 a human flowchart this blind?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human could write the flowchart without knowing what the model said — it belongs in n8n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next step genuinely depends on interpreting ambiguous intent — it belongs in LangGraph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n8n's failures are configuration problems; LangGraph's failures are judgment problems — different people debug each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6 — THE HYBRID 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tool's execution body changes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notifyTool's schema, confirmation gate, and description stay identical when swapped from a mock to a real n8n call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correlation ID (sourceAgentRun) threads every outbound action back to the run that authorized it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 can call back into LangGraph too — an external event handed to the reasoning layer for judgment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&amp; Tracing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9052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probabilistic system, the historical trace is the only real record of why it did what it did.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7 — WHY A FLAT LOG STOPS WORKING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Self-hosted Langfuse, wired for free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hierarchical trace tree, per-call token cost, and latency broken down by node — a flat message array loses all three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every node is built from LangChain primitives, one callback handler captures the whole nested tree automatically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raw fetch() call to n8n needs a manual span — exactly the boundary Part 6 deliberately drew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7 — WHAT TO ACTUALLY WATCH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 that validate earlier design decisions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Critique often accounts for 40%+ of latency — the measured cost of Part 5's stated trade-off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Growing token counts under long conversations validate Part 3's trimming as a real cost control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aggregate cost cap needs an external watchdog — no single run can see total concurrent spend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8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&amp; Governance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9052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Containerizing the stack, securing secrets, and building operational guardrails for a real budget.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8 — WHAT'S DIFFERENT HERE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State, dependencies, and spend that scales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run can span minutes and depends on several services at once: model API, Postgres, n8n, Langfuse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Multi-stage Docker build: build tooling never ships in the runtime image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rotation: generate the new key, cut over, verify, only then revoke the old one — zero-downtime by ordering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8 — COST AS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hard cap enforced before spend happens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assertUnderBudget() runs before the graph is invoked — rejects new work with no model call incurred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checks: an org-wide cap and a per-user cap, each with its own, specific error message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AGENT_VERSION tagged on every trace — answers "did the regression start after this prompt change" months later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9A–9B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Orchestration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9052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Planner, Coder, and Reviewer — three independent LangGraph subgraphs, not three nodes in one graph.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9A — THE TRIGGER CONDITION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reach for multi-agent by default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when traces and evaluation show one prompt holding two genuinely different skills is the actual bottleneck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agent is a complete graph — its own state, tools, and model — never a shared function call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systems are a distributed-systems problem wearing an AI costume: service boundaries, contracts, partial failure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9A — BOUNDARIES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Contracts, isolation, and one public entry point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handoff passes through a shared Zod schema, never a raw string — a mismatch fails loudly at the boundary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Reviewer's graph is never bound to a write tool — no reasoning failure can invoke a capability that isn't wired in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agent exposes exactly one public function; everything else in its directory is private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9B — ORCHESTRATION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Planner knows both agents exist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Coder produces a submission, Reviewer produces a verdict, Planner feeds blockingIssues into the next round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MAX_REVISION_ROUNDS caps the cycle — each round costs two full agent invocations, not one refinement call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Mechanical issues (unused import, missing semicolon) are patched deterministically, never by re-invoking the Coder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orchestrationId ties all three agents' traces into a single reviewable session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Agentic Pattern Matrix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9052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 reference for choosing a pattern — rather than defaulting to whichever one you built most recently.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 — THE HEURISTIC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in order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sequence a human could flowchart blind? → Deterministic workflow. Do not reach for an agent.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single-session task? → ReAct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Long, interdependent, drift-prone? → Plan-and-Execute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Being wrong is expensive? → Add Reflection on top of whichever pattern was chosen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Genuinely different expertise per sub-problem, with measured evidence? → Consider Multi-Agent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 — THE KEY NUANCE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and reliability are not the same axis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spends more and reliably gets more — the mechanism is well understood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spends more and gets a new class of risk in exchange — the handoff itself can go wrong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expensive does not automatically mean more reliable — read every row on both axes independently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Evaluation Framework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9052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"It worked in my manual test" is necessary, but not sufficient, for a probabilistic system.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 — THE GOLDEN DATASET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Versioned like code, grown from real failures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expectedToolCalls, forbiddenToolCalls, expectedAnswerContains — three checks, three distinct failure modes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production incident becomes a permanent regression case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required CI check with a real exit code — prompt changes are code changes, and deserve the same gate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 — JUDGING THE UNMEASURABLE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LLM-as-judge is a triage signal, never the hard gate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inherits the same reliability limits as the agent it's grading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to surface candidates for human review — the deterministic checks remain the thing that blocks a merge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architecture choices on your own golden dataset — turns Appendix A's heuristics into a measured decision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C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Checklist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9052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document meant to be open at the moment a workflow is about to touch real data or take a real action.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C — SEVEN GATES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through every item before going live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166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☐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caps — per-run, per-plan, daily org-wide, daily per-user</a:t>
            </a:r>
            <a:endParaRPr lang="en-US" sz="1400" dirty="0"/>
          </a:p>
          <a:p>
            <a:pPr algn="l" marL="254000" indent="-254000">
              <a:spcAft>
                <a:spcPts val="1200"/>
              </a:spcAft>
              <a:buSzPct val="100000"/>
              <a:buChar char="☐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guardrails — schemas, scoped descriptions, traceable claims</a:t>
            </a:r>
            <a:endParaRPr lang="en-US" sz="1400" dirty="0"/>
          </a:p>
          <a:p>
            <a:pPr algn="l" marL="254000" indent="-254000">
              <a:spcAft>
                <a:spcPts val="1200"/>
              </a:spcAft>
              <a:buSzPct val="100000"/>
              <a:buChar char="☐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 confirmation — schema-enforced, critique-verified</a:t>
            </a:r>
            <a:endParaRPr lang="en-US" sz="1400" dirty="0"/>
          </a:p>
          <a:p>
            <a:pPr algn="l" marL="254000" indent="-254000">
              <a:spcAft>
                <a:spcPts val="1200"/>
              </a:spcAft>
              <a:buSzPct val="100000"/>
              <a:buChar char="☐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logging — full transcript, correlation IDs, versioned traces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55080" y="1828800"/>
            <a:ext cx="5166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☐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secrets — no committed keys, fail-fast startup, scheduled rotation</a:t>
            </a:r>
            <a:endParaRPr lang="en-US" sz="1400" dirty="0"/>
          </a:p>
          <a:p>
            <a:pPr algn="l" marL="254000" indent="-254000">
              <a:spcAft>
                <a:spcPts val="1200"/>
              </a:spcAft>
              <a:buSzPct val="100000"/>
              <a:buChar char="☐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 &amp; resilience — retryable failures, backoff with jitter</a:t>
            </a:r>
            <a:endParaRPr lang="en-US" sz="1400" dirty="0"/>
          </a:p>
          <a:p>
            <a:pPr algn="l" marL="254000" indent="-254000">
              <a:spcAft>
                <a:spcPts val="1200"/>
              </a:spcAft>
              <a:buSzPct val="100000"/>
              <a:buChar char="☐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gate — golden dataset required in CI before merge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C — THE SIGN-OFF RULE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9966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gap in cost caps produces a bigger bill. A gap in hallucination guardrails or HITL confirmation produces a system that can act — or lie — with no chance to catch it first.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5120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guardrail is equally urgent. Knowing which ones genuinely cannot wait is part of the job.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system, built one layer at a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9052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addition across nine Parts was justified by a specific, named failure mode it closed off — and every pattern was chosen, not defaulted to.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one loop to a governed, multi-agent system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ReAct loop — a probabilistic node feeding a deterministic router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 real teeth by a typed tool layer, and grounded by dual-layer memory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Extended into planning for long tasks, and checked by reflection before anything ships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to the outside world through n8n, made legible through tracing, and hardened for a real budget</a:t>
            </a:r>
            <a:endParaRPr lang="en-US" sz="16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And, only where evidence justified it, split across a Planner, a Coder, and a Reviewer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2026-07-12T07:54:12Z</dcterms:created>
  <dcterms:modified xsi:type="dcterms:W3CDTF">2026-07-12T07:54:12Z</dcterms:modified>
</cp:coreProperties>
</file>