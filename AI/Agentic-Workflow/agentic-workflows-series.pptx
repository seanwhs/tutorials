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NINE-PART SERIES, PLUS THREE APPENDICES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Building, reasoning about, and operating LangGraph agents — from a single ReAct loop to a deployed, multi-agent, self-hosted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series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1–3 — the reasoning core: the ReAct loop, a typed tool layer, and dual-layer memory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4–5 — going further: multi-step planning, then self-critique and refinement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6–8 — leaving the sandbox: external actions via n8n, full tracing, and production deployment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9a–9b — splitting one agent into several: a Planner, a Coder, and a Reviewer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A–C — a pattern matrix, an evaluation framework, and a deployment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asked at every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this decision be made deterministic and enforced in code — or does it genuinely need the model's judgment?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ceilings, schema-enforced confirmations, cost guards, retry logic: pushed into code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selection, plan decomposition, critique verdicts: left to the model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this split right, layer by layer, is most of what separates a demo from an operable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an Agent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loop, graph state, and the pairing of a probabilistic reasoning node with a deterministic router.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Reason, Act, Observe, repeat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 system where an LLM decides, at runtime, what the next action is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— the model proposes a next step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— the model emits a tool call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— the tool executes; its output re-enters state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ReAct has no upper bound on steps — every production loop needs a hard step ceiling, enforced in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a typed, append-reducible object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gets a reducer: concat for messages, replace for counters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an explicit reducer, a node's partial return can overwrite the entire history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array doubles as an audit log — later read directly by tracing in Part 7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is probabilistic; the router that follows it is a pure function of state — that pairing recurs at every layer of this 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Layer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quality, not model size, is usually the real ceiling on agent performance.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WHY TOOLS MATTER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set the ceiling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unambiguous the input schema is — can the model even construct a valid call?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informative the error messages are — can the model self-correct?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narrow the blast radius is — can a bad call do real damage?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model with three tightly-typed tools outperforms a large model with three vague 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description, structured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tool: a Zod schema, a scoped description, and a body that never throws raw errors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ok(data) / fail(error, retryable) — failure becomes reasoning material, not a crash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actions require a schema-enforced confirmed: true, not just a prompt instruction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can forget an instruction; it cannot bypass a field it doesn't satisfy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and long-term memory are two different systems — conflating them is a common design mistake.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TWO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 vs. long-term memory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(session)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166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state.messages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lifetime, needs to be fast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Exactness over recall breadth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Trimmed at read time only — the stored transcript stays complete for audit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(semantic)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166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pgvector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restarts, scales past a context window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over exactness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is thresholded — nearest-neighbor search always returns something, whether or not it's relevant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read cheaply before reasoning gets involved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are gated by cheap regex heuristics, not a model call on every turn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queries long-term memory once, before Reason, and injects only results above a similarity threshold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grounding entirely for trivial turns ("hi", "thanks") — a pure latency win with no behavior change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 &amp; Planning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splits strategy from execution, trading upfront latency for reduced drift on long tasks.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WHY REACT ALONE DOESN'T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Re-deriving the plan every step causes drift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ReAct re-infers "what's my overall strategy" from the transcript on every single step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re-inference is not guaranteed to converge on the same answer twice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writes the plan down once, as structured data, instead of leaving it implicit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PLANNER AND EXECUTOR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roles, two different context windows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reasons once about the full goal and emits a Zod-validated, capped list of steps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sees only the current step's description and the overall goal — not the full transcript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narrowing is the actual drift-reduction mechanism, not a side effect of the architecture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is grounded in the real tool registry — a plan produced in ignorance of what's executable fails 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Self-Correction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Critique phase between generation and action — Generate, Critique, Refine.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WHY GENERATION ALONE ISN'T ENOUGH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second, adversarially-framed pass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 strict reviewer, not the original author" — counters self-agreement bias directly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returns a forced binary verdict via schema, not a free-text judgment to parse for sentiment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doubles cost per gated step — reserve it for outputs where being wrong is expensive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REFINEMENT AND ESCALATION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retries, then a human — never silent shipping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loops back to Critique, not to Reason — fixing a specific output is narrower than re-reasoning from scratch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MAX_REFINEMENTS is enforced in the router, the same hard-ceiling discipline as every earlier Part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ceiling breach: escalate to a human, honestly, rather than silently returning an unverified answer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series' first explicit human-in-the-loop checkpoint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Orchestration with n8n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decides what to do. n8n decides how. Most real systems need both.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THE DECISION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a human flowchart this blind?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human could write the flowchart without knowing what the model said — it belongs in n8n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next step genuinely depends on interpreting ambiguous intent — it belongs in LangGraph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n8n's failures are configuration problems; LangGraph's failures are judgment problems — different people debug each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THE HYBRID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tool's execution body changes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notifyTool's schema, confirmation gate, and description stay identical when swapped from a mock to a real n8n call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correlation ID (sourceAgentRun) threads every outbound action back to the run that authorized it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can call back into LangGraph too — an external event handed to the reasoning layer for judgment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Tracing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probabilistic system, the historical trace is the only real record of why it did what it did.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— WHY A FLAT LOG STOPS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Langfuse, wired for free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hierarchical trace tree, per-call token cost, and latency broken down by node — a flat message array loses all three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node is built from LangChain primitives, one callback handler captures the whole nested tree automatically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raw fetch() call to n8n needs a manual span — exactly the boundary Part 6 deliberately drew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— WHAT TO ACTUALLY WATCH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that validate earlier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often accounts for 40%+ of latency — the measured cost of Part 5's stated trade-off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token counts under long conversations validate Part 3's trimming as a real cost control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aggregate cost cap needs an external watchdog — no single run can see total concurrent spend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Governance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Containerizing the stack, securing secrets, and building operational guardrails for a real budget.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— WHAT'S DIFFERENT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dependencies, and spend that scales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run can span minutes and depends on several services at once: model API, Postgres, n8n, Langfuse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 build: build tooling never ships in the runtime image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rotation: generate the new key, cut over, verify, only then revoke the old one — zero-downtime by ordering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— COST AS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cap enforced before spend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assertUnderBudget() runs before the graph is invoked — rejects new work with no model call incurred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checks: an org-wide cap and a per-user cap, each with its own, specific error message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AGENT_VERSION tagged on every trace — answers "did the regression start after this prompt change" months later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9A–9B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Planner, Coder, and Reviewer — three independent LangGraph subgraphs, not three nodes in one graph.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9A — THE TRIGGER CONDITION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reach for multi-agent by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traces and evaluation show one prompt holding two genuinely different skills is the actual bottleneck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is a complete graph — its own state, tools, and model — never a shared function call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 are a distributed-systems problem wearing an AI costume: service boundaries, contracts, partial failure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9A —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isolation, and one public entry 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handoff passes through a shared Zod schema, never a raw string — a mismatch fails loudly at the boundary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Reviewer's graph is never bound to a write tool — no reasoning failure can invoke a capability that isn't wired in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exposes exactly one public function; everything else in its directory is private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9B —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Planner knows both agents exist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produces a submission, Reviewer produces a verdict, Planner feeds blockingIssues into the next round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MAX_REVISION_ROUNDS caps the cycle — each round costs two full agent invocations, not one refinement call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issues (unused import, missing semicolon) are patched deterministically, never by re-invoking the Coder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orchestrationId ties all three agents' traces into a single reviewable session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Pattern Matrix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reference for choosing a pattern — rather than defaulting to whichever one you built most recently.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THE HEURISTIC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sequence a human could flowchart blind? → Deterministic workflow. Do not reach for an agent.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single-session task? → ReAct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interdependent, drift-prone? → Plan-and-Execute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wrong is expensive? → Add Reflection on top of whichever pattern was chosen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different expertise per sub-problem, with measured evidence? → Consider Multi-Agent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THE KEY NUANCE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reliability are not the same axis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spends more and reliably gets more — the mechanism is well understood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spends more and gets a new class of risk in exchange — the handoff itself can go wrong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 does not automatically mean more reliable — read every row on both axes independently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Evaluation Framework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worked in my manual test" is necessary, but not sufficient, for a probabilistic system.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THE GOLDEN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like code, grown from real failures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expectedToolCalls, forbiddenToolCalls, expectedAnswerContains — three checks, three distinct failure modes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production incident becomes a permanent regression case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required CI check with a real exit code — prompt changes are code changes, and deserve the same gate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JUDGING THE UNMEASURABLE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is a triage signal, never the hard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inherits the same reliability limits as the agent it's grading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surface candidates for human review — the deterministic checks remain the thing that blocks a merge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architecture choices on your own golden dataset — turns Appendix A's heuristics into a measured decision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Checklist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document meant to be open at the moment a workflow is about to touch real data or take a real action.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— SEVEN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through every item before going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66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caps — per-run, per-plan, daily org-wide, daily per-user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guardrails — schemas, scoped descriptions, traceable claims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confirmation — schema-enforced, critique-verified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— full transcript, correlation IDs, versioned traces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55080" y="1828800"/>
            <a:ext cx="5166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secrets — no committed keys, fail-fast startup, scheduled rotation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resilience — retryable failures, backoff with jitter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gate — golden dataset required in CI before merge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— THE SIGN-OFF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9966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gap in cost caps produces a bigger bill. A gap in hallucination guardrails or HITL confirmation produces a system that can act — or lie — with no chance to catch it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guardrail is equally urgent. Knowing which ones genuinely cannot wait is part of the job.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support &amp; refund agent from scratch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 applying every pattern in this series to one real system, built over eight weeks for an e-commerce support team.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team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agents manually triaged every incoming ticket across email, chat, and a marketplace inbox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a simple order-status question meant checking three separate internal systems by hand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approval required a human to read the ticket, check policy, and act — a 2-day average turnaround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existed of why a given refund was approved, beyond whatever the agent typed in a free-text note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had to guarantee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refund is real money leaving the business — irreversible, and never to be auto-approved silently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the existing ticketing system and payment provider — cannot replace either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queryable audit trail for every action taken, for finance and compliance review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monthly infrastructure and inference budget, agreed with finance before the build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CHOOSING THE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A's heuristic, applied to this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routing and inbox polling: a fixed, human-flowchartable sequence → built in n8n, not reasoned about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a single ticket: a small, single-session task → plain ReAct (Parts 1–2)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long, interdependent multi-step goal existed here → Plan-and-Execute was considered and left out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 are expensive to get wrong → Reflection added, but only on the refund path, not on every ticket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team, one skill per ticket, no measured role-mixing evidence → Multi-Agent was not justified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ticket actually flows through the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ticket triggers an n8n webhook, which normalizes the payload and calls the LangGraph agent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reasons with three tools: lookup_order, search_knowledge_base, and request_refund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Non-refund tickets: ReAct loop only — draft a reply, done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tickets: the same loop, followed by Critique before the refund tool's result is trusted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refunds execute through n8n against the payment provider; every step is traced in Langfuse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BUILDING THE TOOL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2's discipline, applied directly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lookup_order and search_knowledge_base: read-only, narrowly scoped, exactly as built in Parts 2–3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request_refund requires confirmed: z.literal(true) — never satisfiable by the model's own inference alone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description states explicitly when it applies, cutting speculative calls on ambiguous tickets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refund tool's blast radius is capped at the schema level: one order, one amount, one currency, no batching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MEMORY AND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replies in real policy, not recollection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refund policy doc and a year of past resolved tickets were embedded into pgvector as long-term memory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runs once per ticket, before Reason, using Part 3's similarity threshold — tuned to 0.78 after testing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that threshold, the agent answers from the conversation alone rather than forcing an irrelevant match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greetings and one-line thank-you replies skip grounding entirely, saving a database round trip on ~30% of traffic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REFLECTION, APPLIED SELECTIVELY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expensive layer only where it earns its cost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runs on every refund decision, checking the confirmation-provenance criterion from Part 5's exercise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does not run on order-status or shipping questions — Appendix A's cost/reliability trade-off, made concrete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refinement rounds are permitted; a third failure escalates rather than shipping an unverified refund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selective placement kept average cost per ticket low while still gating the one category that mattered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ACTION AND ESCALATION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executes; a human is one step away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refunds under $500 execute automatically through an n8n workflow calling the payment provider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 at or above $500 always route to a human queue, regardless of Critique's verdict — a hard business rule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Exhausted-refinement escalations and high-value refunds land in the same Slack channel, tagged by reason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outbound action carries the correlation ID pattern from Part 6, joining the n8n log back to its LangGraph run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OBSERVABILITY AND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kept the system honest after launch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Langfuse traces every ticket end-to-end, including the n8n refund call via a manual span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$50/day cost cap and a $8/day per-agent-seat cap, both enforced in code before any run starts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AGENT_VERSION tagged on every trace — caught a prompt regression within a day of a routine wording change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 single VPS behind Caddy, redeployed with --no-deps so Postgres and n8n stay untouched by app updates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RESULTS AFTER THREE MONTHS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changed, measured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response time: 6 hours average → under 4 minutes for tickets the agent can fully resolve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turnaround: 2 days average → 11 minutes for auto-approved refunds under $500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of tickets escalate to a human — mostly high-value refunds and repeated Critique failures, as designed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inference cost per resolved ticket: $0.14 — well inside the budget agreed with finance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unauthorized refunds shipped — the golden dataset caught two regressions in CI before they reached production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would repeat, and what surprised them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66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Reflection to one narrow path, not every ticket, kept cost predictable without losing the safety it existed for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per-agent-seat cost cap once contained a runaway loop from a single misconfigured integration test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was seriously considered for drafting vs. reviewing replies — traces never showed the role-mixing evidence Appendix A asks for, so it was never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55080" y="1828800"/>
            <a:ext cx="5166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dataset grew from 12 cases at launch to 61 within three months, almost entirely sourced from real incidents</a:t>
            </a:r>
            <a:endParaRPr lang="en-US" sz="1400" dirty="0"/>
          </a:p>
          <a:p>
            <a:pPr algn="l" marL="254000" indent="-254000">
              <a:spcAft>
                <a:spcPts val="1200"/>
              </a:spcAft>
              <a:buSzPct val="100000"/>
              <a:buChar char="☐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$500 hard business rule, sitting outside the model entirely, mattered more to stakeholder trust than any prompt tuning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system, built one layer at a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 across nine Parts was justified by a specific, named failure mode it closed off — and every pattern was chosen, not defaulted 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loop to a governed, multi-agent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ReAct loop — a probabilistic node feeding a deterministic router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real teeth by a typed tool layer, and grounded by dual-layer memory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into planning for long tasks, and checked by reflection before anything ships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the outside world through n8n, made legible through tracing, and hardened for a real budget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only where evidence justified it, split across a Planner, a Coder, and a Reviewer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study showed the same primitives, recombined for one real problem — not a new pattern to learn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2026-07-12T07:59:04Z</dcterms:created>
  <dcterms:modified xsi:type="dcterms:W3CDTF">2026-07-12T07:59:04Z</dcterms:modified>
</cp:coreProperties>
</file>