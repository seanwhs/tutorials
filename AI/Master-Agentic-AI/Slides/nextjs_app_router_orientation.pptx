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Primer 2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Next.js App Router Orientation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Optional Pre-Reading — Expanded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Primer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endpoint in this course is a Next.js Route Handler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Some conventions differ from Express or older Next.js versions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underlying JavaScript is always ordinary, familiar JavaScript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primer bridges the framework-specific conventions in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a Web Framework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Receives incoming HTTP requests from clients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Decides which code should handle each specific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Runs that code and sends a response back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Different frameworks make different choices about how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Traditional Router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central router object lists every URL path explicitly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path is manually wired to a specific handler function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Common in frameworks like Express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Requires maintaining a separate routing 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Big Idea: Folder Structure Is the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Next.js App Router takes a fundamentally different approach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URL of an endpoint is determined by where its file lives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central router file to create or maintain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filesystem itself becomes the routing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Concrete Folder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folder path app slash api slash agent slash ping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Containing a file named exactly route.js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Automatically becomes a live endpoint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Reachable at the URL slash api slash agent slash 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Matters for Reading This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Target section states an exact file path first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That file path IS the specification of the resulting URL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Move the folder, and the URL moves with 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Delete the file, and the endpoint disappears entirely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app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root folder where all routing behavior lives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Distinct from the src directory some projects use instead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places app directly at the project root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Everything under app participates in routing conventions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Route Handlers vs Page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page.js file renders a visible webpage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route.js file defines a backend API endpoint instead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never builds a single page.js file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deliverable in this series is a route.js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Exporting HTTP Method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route.js file exports functions named after HTTP verbs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GET handles GET requests to that URL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POST handles POST requests to that same URL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the function matching the incoming method actually runs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Multiple Methods Can Share One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Both GET and POST can be exported from the same route.js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They share the same URL but respond to different actions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Keeps related behavior for one resource in a single place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mostly uses POST for actions with real effects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GET vs POST,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GET conventionally retrieves data without side effects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POST conventionally sends data and may cause side effects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Sending a chat message is a POST, since it triggers real work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Checking a health status is often a GET, since nothing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request Parameter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Route Handler function receives a request object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Represents the full incoming HTTP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to read the request body, headers, and URL details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Awaited or accessed depending on which piece you need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Reading a JSON Request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request.json() reads and parses the incoming body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Returns a Promise, so it must be awaited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Throws if the body is not valid JSON at all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Often wrapped in a safe fallback for malformed bodies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NextResponse.json, In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Constructs a properly formatted JSON response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Automatically sets the correct content type header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Accepts an optional second argument for the status code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in virtually every route handler across this course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NextResponse.json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Serializes a JavaScript object into a JSON string automatically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Removes the need to manually set response headers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Keeps every endpoint's response format consistent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consistent building block used from Phase 1 through Phase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HTTP Status Codes Live Alongside the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second argument to NextResponse.json sets the status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Success responses typically use 200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Validation failures typically use 400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Security rejections typically use 401 or 403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Dynamic Route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folder name wrapped in square brackets creates a dynamic segment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Represents a variable part of the URL, like an ID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actual value is made available inside the route handler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used directly in this course but common in real applications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Big Next.js 16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Several request-specific APIs now return Promises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includes cookies, headers, and dynamic route params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Previously these were synchronous in older Next.js versions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the single most important App Router change for this course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These APIs Became Asynchronous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App Router increasingly prepares work before request specifics arrive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Treating request access as an async boundary supports this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Enables more opportunities for caching and optimization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deliberate architectural tradeoff, not an arbitrary 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cookies(),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Must be awaited before calling any method on 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Returns an object with get, set, and related methods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throughout Phase 2 to manage session identifiers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Forgetting await leads to confusing, incorrect behavior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headers(),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Must also be awaited before calling any method on 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Returns an object representing all incoming request headers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in Phase 5 to read values set earlier by middleware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Follows the exact same async convention as cookies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Dynamic Route params,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params object passed into a route handler is now a Promise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Must be awaited before destructuring any values from 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directly used in this course's specific endpoints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Worth knowing before building any dynamic route yourself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Simple Rule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Any time you see cookies, headers, or dynamic route params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Reach for await reflexively, without exception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It is never wrong to await something already resolved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It is a real, hard-to-notice bug to forget to await 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Happens Without await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Accessing a property on a pending Promise does not throw immediately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It silently returns undefined or behaves unpredictably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obvious crash points you toward the actual mistake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precisely why the habit matters more than the syntax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Middleware,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special file that runs before any route handler at all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Lives at the project root, outside the app directory entirely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matching request passes through it first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in this course to enforce authentication globally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Where middleware.js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Placed directly at the project root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Sits alongside package.json and next.config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nested inside the app directory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Applies to every request matching its configured pattern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matcher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Controls exactly which request paths middleware applies to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Avoids running checks against unrelated routes or static assets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scopes it specifically to the agent API paths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Prevents wasted work on requests that never needed the check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Middleware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Inspect incoming request headers before any handler runs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Reject a request outright with its own response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Attach new headers that later handlers can read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 NextResponse.next() to allow the request to proceed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NextResponse.next(),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Signals "let this request continue to its actual route handler"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when middleware's checks have all passed successfully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Can still attach headers onto the response before returning 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request then proceeds exactly as it normally would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Middleware Is the Right Place for Global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Runs before any individual route handler code executes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Cannot be accidentally bypassed by a specific endpoint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single place decides authentication for every matching route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Removes the risk of any future endpoint forgetting this check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Edge Runtime, Briefly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Middleware runs in a lightweight execution environment by default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Supports standard Web APIs like fetch and AbortController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Does not support the full Node.js API surface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Explains some constraints on what middleware logic can directly 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Constrains Certain Middleware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Heavy database drivers often rely on Node-specific internals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These may not run directly inside Edge Runtime middleware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Simple string comparisons and Web APIs work fine there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More complex checks may need to live one layer further 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Static Assets and Public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every part of a Next.js project needs authentication checks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Running expensive checks against public pages is wasteful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matcher configuration exists specifically to avoid this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Scope middleware narrowly to only what genuinely needs 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Route Handlers and Serverless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Route Handler can run as an independent serverless function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persistent memory is guaranteed between separate invocations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connects directly to Phase 2's session and state challenges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concept revisited constantly throughout the course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Quick Mental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file at a given folder path becomes an endpoint at that same path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Exported GET or POST functions handle their matching HTTP verb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NextResponse.json sends back structured data with a status code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cookies, headers, and dynamic params all require await in Next.js 16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Quick Mental Checklist,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middleware.js runs before any route handler, from the project root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matcher configuration scopes which requests it applies to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NextResponse.next() lets a passing request continue normally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Middleware favors lightweight, Edge-compatible logic by design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Where These Ideas Reappear in the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1: the very first route handler and its file-path convention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2: async cookies powering cross-request session memory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5: middleware enforcing global API key authentication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phase's Target section states a file path as its starting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