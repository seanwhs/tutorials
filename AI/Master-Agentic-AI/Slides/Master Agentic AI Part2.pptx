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00000"/>
                </a:solidFill>
                <a:latin typeface="Georgia"/>
              </a:defRPr>
            </a:pPr>
            <a:r>
              <a:t>Phase 5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Decoupled Tool Architectures and Protocol Interfaces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Model Context Protocol, Conceptually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An open standard for how AI applications expose tools to models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Standardizes discovery, description, and invocation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Like standardized electrical outlets across appliances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 builds an MCP-inspired, in-process 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Standardization Matters for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Without it, every tool integration becomes bespoke and fragile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standard interface lets any compliant tool plug into any registry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reasoning loop never needs to know a tool's internals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Only that it can be called the same consistent way every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defineTool Factory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Bundles a name, description, input schema, and handler together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Validates its own definition at creation time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Fails loudly at server startup if anything is missing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Prevents silent, hard-to-trace configuration mistakes later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Validate Tool Definitions at Startup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Catching a missing description immediately is far better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Than discovering a blank description confusing the model later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Fail loud and fast applies to your own architecture too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 just to external configuration like API keys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Tool Registry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central object managing every registered tool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Provides registration, listing, and execution as one interface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other code ever touches a tool's internals directly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interaction passes through this one consistent boundary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Registering a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Guards against accidental duplicate tool names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silent collision could let one tool invisibly shadow another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Duplicate registration throws immediately at startup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Ensures every tool name in the system is genuinely unique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Listing Tool Descriptions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Returns a plain, prompt-friendly summary of every registered tool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Used directly by the system prompt builder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Generated automatically from the registry itself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Cannot drift out of sync with the tools that actually exist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Executing a Tool Through the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single unified entry point the reasoning loop calls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Handles unknown tool names consistently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Validates input against the tool's own schema first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Catches handler execution errors centrally, in one place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Input Validation Happens Before the Handler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Guarantees every handler can trust its input completely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handler needs its own defensive validation code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tool's Zod schema becomes an enforced gate, not just documentation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Consistent protection applied uniformly across every tool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Rebuilding Tools with the New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calculator tool gains an explicit input schema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current time tool declares an intentionally empty schema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knowledge base tool wraps the earlier agentic retrieval logic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tool now carries its own enforced contract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Assembling the Registry in One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single file registers every tool the agent can use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Adding a new tool means one new file and one new line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Nothing else in the application needs to change at all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single source of truth for the entire tool ecosystem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System Prompt Now Generates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Tool descriptions are pulled directly from the registry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separate, hand-maintained list of tool descriptions anymore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prompt can never drift out of sync with actual capabilities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One less place for inconsistency to silently creep 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Proving Real Decoupling: Swapping a Data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order lookup tool's backend swapped from JSON to a simulated database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Only two small files needed to change at all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registry, prompt, and loop remained completely untouched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Concrete proof that implementation details stay hidden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Proving Real Decoupling: Adding a Write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new cancelOrder tool added using the exact same pattern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Represents a genuine write action with real consequences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Includes its own business rule preventing invalid cancellations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Registered exactly like any read-only tool, through one interface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Environment-Based Tool Gating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write action tool can be disabled per deployment environment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Controlled entirely through a single environment variable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application code needs to change to toggle this behavior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Gating happens at registration time, not execution 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Gate at Registration, Not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disabled tool should not appear in the system prompt at all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Otherwise the model might believe a capability exists that doesn't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Registration-time gating removes the tool from existence entirely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Prevents any confusing false-success scenario from ever occurring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Global Middleware for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single file enforcing checks before any route handler runs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Applied uniformly across every matching agent endpoint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individual route can accidentally bypass this protection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main security desk for the entire application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API Key Enforcement in Middleware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Checks for a required header on every incoming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Rejects immediately if the key is missing or incorrect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Fails closed if the server's own expected key is misconfigured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Never silently allows requests through on a configuration gap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Request Tracing in Middleware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Generates a unique identifier for every incoming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Attaches it as a response header for later correlation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Lets logs from middleware and route handlers be tied together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Useful for debugging any specific request's full journey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00000"/>
                </a:solidFill>
                <a:latin typeface="Georgia"/>
              </a:defRPr>
            </a:pPr>
            <a:r>
              <a:t>Phase 5 Reference Highlights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This course's MCP is inspired by, not identical to, the real protocol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Middleware runs in a restricted Edge Runtime by default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Tool registries can be extended with tags, timeouts, and rate limits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Multi-tenant API keys are a natural future evolution of this pattern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00000"/>
                </a:solidFill>
                <a:latin typeface="Georgia"/>
              </a:defRPr>
            </a:pPr>
            <a:r>
              <a:t>Phase 6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Parallel Multi-Agent Cascades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One Generalist Agent Is Not Always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single prompt trying to do too many things at once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Tends to produce mediocre results across all of them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Real organizations split reviews across genuine specialists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same principle applies directly to language model agents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Isolating Specializations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An Architect Agent focused only on structural soundness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Security Auditor Agent focused only on vulnerabilities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Documentation Agent focused only on plain-English clarity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Each with its own narrowly scoped system prompt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Not Every Agent Needs a Reasoning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These specialists do not need multi-step tool use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Their job is focused analysis, not iterative task execution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single well-designed call is the right shape for this problem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Adding a full ReAct loop here would add cost without adding value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Shared Specialist Calling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One generic helper function used by all three specialists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Differs only in system prompt, temperature, and output schema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specialist call returns a consistent result shape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Consistent shape simplifies handling results later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Every Specialist Catches Its Own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single specialist's failure should never crash the whole system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Internal try/catch turns failures into a handled result object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makes safe concurrent execution possible later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deliberate design choice made before concurrency was even introduced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High-Speed Execution with Promise.all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All three specialists called without awaiting any one first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All three requests genuinely in flight at the same time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Promise.all waits for all three together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Total time is roughly the slowest call, not the sum of all three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Proving the Speedup with Real Timing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second endpoint runs the same three specialists sequentially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Built purely as a comparison baseline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Real elapsed time measured and compared directly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Concurrent version consistently much faster than sequential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Resilience During Concurrent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One specialist's failure does not destroy the other two results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Each specialist already resolves rather than rejects on failure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Promise.all remains safe because of this earlier design choice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deliberate, tested guarantee, not an assumption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Dynamic Routing with a Triage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Decides which specialists are actually relevant to a given input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 every request needs all three specialists to run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Only relevant specialists are executed concurrently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Saves both latency and cost on narrowly scoped requests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Event Bus, Conceptually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shared, structured record scoped to a single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Different stages publish findings onto it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Later stages read those findings back without direct references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Like a shared patient chart in a hospital setting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Publishing to the Event 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Each specialist publishes its own finding, tagged by its own name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triage stage publishes its routing decision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synthesizer publishes the final combined verdict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event carries its source and a timestamp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Reading from the Event 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synthesizer reads all specialist findings from the bus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Never receives them as direct function arguments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Has zero dependency on how those findings were produced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Adding a new specialist later requires no synthesizer changes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Synthesizer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Combines multiple specialists' independent findings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Produces one unified verdict and executive summary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Enforces that critical findings block an outright approval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final stage of the full cascade pipeline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the Bus Must Be Freshly Created Per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shared, module-level bus would mix different users' events together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Each request creates its own completely isolated bus instance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Prevents one user's cascade from ever seeing another's findings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direct application of avoiding shared mutable state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00000"/>
                </a:solidFill>
                <a:latin typeface="Georgia"/>
              </a:defRPr>
            </a:pPr>
            <a:r>
              <a:t>Phase 6 Reference Highlights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Promise.all, allSettled, race, and any each solve different problems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Race conditions can hide in shared mutable state across requests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Other multi-agent topologies exist beyond triage and fan-out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Cheap upfront routing decisions often save significant downstream cost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00000"/>
                </a:solidFill>
                <a:latin typeface="Georgia"/>
              </a:defRPr>
            </a:pPr>
            <a:r>
              <a:t>Phase 7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Production Resilience, Quotas, and Gateways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a Step Timeout Alone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Many individually fast steps can still add up to too long overall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per-step limit alone cannot catch this aggregate problem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whole-loop deadline directly addresses total accumulated time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Both guarantees are needed together, not one instead of the other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Checking the Deadline Between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Network calls are not the only place time can quietly pass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Local work like trimming and parsing also takes real time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Checking the deadline before starting a new step avoids waste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Prevents beginning an entirely new step already doomed to fail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Excluding Deadline Failures from Retry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Once a whole-loop deadline has passed, retrying is pointless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Any further attempt only delays the response even more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Deadline-exceeded errors are explicitly marked non-retryable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deliberate exception carved out of the general retry rule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Provider Normalization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Different AI providers expose genuinely different SDK shapes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Groq and DeepSeek happen to share a similar response structure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Gemini's SDK models conversations in a meaningfully different way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Without normalization, provider differences leak into core logic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Role of a Provider Adapter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One small function per provider, translating shapes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Accepts the same common input shape as every other adapter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Returns the exact same common output shape as every other adapter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only place a provider's unique quirks are allowed to live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What Every Adapter Must 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content field holding the model's text response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usage object with normalized prompt and completion token counts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provider name and model name for transparency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Identical shape regardless of which vendor actually answered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the Gemini Adapter Looks Different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Gemini treats the system prompt as a separate top-level field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Gemini uses a different role name for assistant-style messages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adapter absorbs this translation entirely on its own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Nothing above the adapter ever needs to know this difference exists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Unified Provider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single entry point every part of the application calls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Tries providers in a deliberate, ordered preference chain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Falls through to the next provider only after the current one fails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Returns a normalized result regardless of which provider succeeded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the Reasoning Loop Never Knows Which Provider Answered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loop only ever reads the gateway's common response shape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branching logic based on vendor exists anywhere in the loop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trace field transparently records which provider actually served each step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Complete vendor independence achieved at the core reasoning layer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Circuit Breaker, Conceptually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Tracks a provider's recent consecutive failures over time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Temporarily stops sending traffic to a clearly struggling provider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Like taking an unavailable call center agent out of rotation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Prevents wasting time repeatedly retrying a known-broken provider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Opening and Closing the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circuit opens after a threshold of consecutive failures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Requests skip that provider entirely while the circuit stays open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After a cool-down period, the provider gets another chance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simplified two-state version of a classic resilience pattern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Retries and Circuit Breaking Are Not Redundant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Retries answer whether one specific failed request deserves another try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Circuit breaking answers whether a provider deserves any traffic at all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Retries smooth over brief, momentary blips in service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Circuit breaking protects against sustained, systemic outages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Proving Failover Actually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primary provider's key is deliberately broken during testing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very next request still succeeds normally for the end user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trace reveals a different provider actually served the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Genuine resilience demonstrated, not just architecturally claimed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Proving the Circuit Breaker Actually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Several consecutive failures are deliberately triggered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status endpoint confirms the circuit has opened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Subsequent requests visibly skip the broken provider entirely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Failover to a working provider happens without wasted retry attempts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Complete Resilience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Per-step timeouts protect individual calls from hanging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Exponential backoff smooths over transient failures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Whole-loop deadlines cap total execution time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Provider failover and circuit breaking survive sustained outages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00000"/>
                </a:solidFill>
                <a:latin typeface="Georgia"/>
              </a:defRPr>
            </a:pPr>
            <a:r>
              <a:t>Phase 7 Reference Highlights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A full circuit breaker includes a cautious half-open state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Retries and circuit breaking operate at different timescales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New providers must satisfy a full adapter normalization checklist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A detailed production deployment checklist closes out the series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What You Have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self-correcting reasoning loop with guaranteed termination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Cross-request memory with real token and cost tracking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Retrieval that judges its own quality and adapts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Guardrails that redact sensitive data and validate structured output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What You Have Built,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fully decoupled, swappable tool architecture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working multi-agent system with measured concurrency gains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Production-grade resilience against failures at every layer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One complete, continuously evolving application, not seven separate ones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This Matters Beyond This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pattern here is a transferable mental model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 a vendor-specific trick tied to any one provider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Higher-level frameworks automate exactly these same mechanics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You now understand precisely what they are doing underneath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Where to Go From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Replace in-memory stores with a shared, multi-instance-safe backend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Move toward real per-customer authentication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Tune every threshold against your own observed traffic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Consider real MCP, hybrid retrieval, and advanced multi-agent topologies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Closing Thought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architecture here is complete, consistent, and fully verified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Intentionally scoped to teach mechanics clearly, not every edge case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You now have both a working system and the models to extend it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Built entirely from first principles, in plain JavaScript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00000"/>
                </a:solidFill>
                <a:latin typeface="Georgia"/>
              </a:defRPr>
            </a:pPr>
            <a:r>
              <a:t>End of Deck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Master Agentic AI — Next.js 16 Enterprise Upgrade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