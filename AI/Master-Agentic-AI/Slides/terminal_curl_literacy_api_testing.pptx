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00000"/>
                </a:solidFill>
                <a:latin typeface="Georgia"/>
              </a:defRPr>
            </a:pPr>
            <a:r>
              <a:t>Primer 3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Terminal and curl Literacy for API Testing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Optional Pre-Reading — Expanded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This Primer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Every Verification step in this course uses a curl command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Understanding each flag turns copy-pasting into real comprehension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primer breaks down exactly what each piece means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Skip ahead if curl and status codes already feel familiar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What curl Actually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command-line tool for sending HTTP requests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Does exactly what a browser does when visiting a URL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 visual rendering, just the raw request and response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Ideal for testing an API directly without building a frontend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Not Just Use a Browser Instead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browser mainly sends simple GET requests by typing a URL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Testing this course's endpoints requires POST requests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Testing requires custom headers like API keys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Testing requires sending a JSON request body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Terminal, Briefly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text-based interface for running commands directly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Commands are typed and executed one at a time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Output appears directly below each command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 mouse or graphical interface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A Basic GET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Typing curl followed by a URL sends a GET request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GET is curl's default method when none is specified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server's response is printed directly to the terminal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 flags are strictly required for the simplest possible case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What Happens Behind a Basic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curl opens a network connection to the target server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Sends a properly formatted HTTP request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Waits for the server's response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Prints whatever body the server sends 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HTTP Headers, Conceptually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Small pieces of metadata attached to a request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Separate from the actual content being sent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Like an address label and postage stamp on an envelope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letter inside represents the actual request body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Adding Headers with -H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-H flag attaches one header to the request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Multiple -H flags can be used in a single command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Each header is written as a name and a value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Headers appear before the request body in a typical command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Content-Type Header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Tells the server how to interpret the request body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Application slash json indicates a JSON-formatted body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Without it, the server may fail to parse the body correctly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Used in nearly every POST request throughout this course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x-api-key Header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custom header specific to this course's authentication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Carries the secret checked by the global middleware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Required on every request from Phase 5 onward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Missing or incorrect values result in a 401 response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Custom Headers Are Just Names and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There is nothing special about the name x-api-key itself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Any header name could be chosen by an application's design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x prefix historically signaled a non-standard header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course's middleware simply checks for this specific name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Specifying the HTTP Method with -X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-X flag explicitly sets which HTTP method to use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Required any time you are not sending a simple GET request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POST is used for nearly every action-oriented endpoint here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Forgetting -X POST often causes a silent method mismatch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Sending a Request Body with -d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-d flag attaches the actual payload of a request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Represents the real data, as opposed to header metadata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course sends JSON strings as the request body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Read on the server side via request.json()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the Body Is Wrapped in Quotes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entire JSON string needs to be treated as one piece of text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Without quotes, the terminal may misinterpret special characters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Curly braces and quotes inside JSON could confuse the shell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Single quotes are commonly used to avoid this exact problem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A Complete Example, Piece by Piece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curl starts the command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-X POST specifies the method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URL specifies the destination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-H flags attach headers, -d attaches the body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Reading Raw JSON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Server responses often print as one long, unbroken line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Difficult to read without any formatting applied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course pipes output through a formatting tool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Makes nested JSON structures much easier to inspect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What a Pipe Actually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vertical bar symbol is called a pipe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Takes the output of the command on its left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Feeds that output as input to the command on its right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Chains multiple commands together in sequence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Piping curl Into a JSON Formatter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curl's raw output becomes the input to a formatting tool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python3 -m json.tool is commonly used for this purpose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Adds proper indentation and line breaks automatically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underlying response data is never changed, only displayed differently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-s Flag,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Stands for silent mode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Suppresses curl's own progress meter output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Without it, extra noise mixes in with the actual response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Almost always paired with piping into a formatter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HTTP Status Codes, Conceptually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three-digit number included with every HTTP response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Communicates at a glance what kind of outcome occurred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Grouped into broad categories by their first digit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course uses several specific codes very deliberately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200 Range: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Indicates the request was understood and handled successfully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200 specifically means a standard, successful response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most common outcome for a correctly functioning endpoint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Represents the happy path throughout this course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400 Range: Client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Indicates something about the request itself was the problem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caller's fault, not the server's fault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400 specifically means the request body was malformed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Often the result of failing Zod schema validation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401 Status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Indicates missing or invalid authentication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Means the server does not know who is making this request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Triggered by a missing or incorrect x-api-key header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Distinct from a request being understood but refused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403 Status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Indicates the caller is understood but the request is refused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Means the server knows who you are, but is saying no anyway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Triggered by a detected security violation in this course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Reserved specifically for policy-based rejections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401 and 403 Are Easy to Confuse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Both feel like generic access-denied outcomes at first glance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401 means identity is missing or unverified entirely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403 means identity is verified, but permission is still denied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course draws this distinction carefully and consistently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500 Range: Server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Indicates something broke on the server's own side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Not the caller's fault in this category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500 specifically means a general internal server failure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Often caused by a bug or a missing configuration value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502 Status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Indicates the server itself is fine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But a service it depends on has failed instead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Used in this course when an upstream AI provider fails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Distinguishes an internal bug from an external dependency issue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Seeing the Status Code in curl's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curl's default output does not display the status code directly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-w flag allows writing out additional information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specific format string extracts just the http_code value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Appended to the end of the printed response for visibility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Seeing the Status Code Matters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Many of this course's Verification steps check the exact code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200 with an error message would be a meaningful contradiction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Confirming both the body and the code together proves correctness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Skipping this check can hide subtle bugs during verification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Cookies, Conceptually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small piece of data a server asks a browser to store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Automatically resent by the browser on future requests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Used in this course to identify a returning conversation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Central to Phase 2's cross-request memory system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curl Needs Special Handling for Cookies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curl does not automatically remember cookies between commands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Each command normally starts with a completely clean slate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Real browsers persist cookies naturally across page loads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Two specific flags let curl simulate that same persistence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-c Flag: Saving Cookies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Tells curl to save any cookies the server sends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Written to a specified local file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Used on the very first request in a session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Creates a record of the session cookie for later reuse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-b Flag: Sending Cookies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Tells curl to send previously saved cookies with this request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Reads from the same local file created by the -c flag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Simulates the same browser or visitor returning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Required to test any cross-request memory behavior correctly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Using Both Flags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Later requests often use both -b and -c in the same command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-b sends back existing cookies from prior requests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-c simultaneously saves any new or updated cookies again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Keeps the local cookie file continuously up to date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What Happens Without These Flags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Every request would appear to come from a brand new visitor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 memory of any prior conversation would carry over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is the exact failure mode Phase 2's tests are designed to catch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Forgetting these flags is a common early testing mistake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Chaining Multiple curl Commands in a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shell for loop can repeat a curl command several times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Useful for testing retry logic or rate-limit behavior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Each iteration can print its own labeled output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Used explicitly in Phase 7's circuit breaker verification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Redirecting Output When It Is Not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-o flag can send response output to a specific destination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Writing to a null destination discards the output entirely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Useful when only the status code or timing matters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Keeps loop output clean and focused on what is being tested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A Quick Mental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curl sends real HTTP requests directly from the terminal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-X sets the method, -H attaches headers, -d attaches the body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Piping into a formatter only changes how output is displayed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-s suppresses curl's own noise from mixing into the response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A Quick Mental Checklist,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401 means unauthenticated, 403 means authenticated but refused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500 means the server's own fault, 502 means an upstream failure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-c saves cookies, -b sends them back, often used together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-w with http_code reveals the status code curl would otherwise hide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Where These Ideas Reappear in the 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Phase 1: the very first curl-based verification of a working endpoint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Phase 2: cookie flags proving genuine cross-request memory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Phase 4: status codes distinguishing validation, security, and success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Phase 7: looped curl commands proving retry and circuit breaker behavior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