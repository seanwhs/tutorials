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4849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4400" b="1">
                <a:solidFill>
                  <a:srgbClr val="000000"/>
                </a:solidFill>
                <a:latin typeface="Georgia"/>
              </a:defRPr>
            </a:pPr>
            <a:r>
              <a:t>Primer 1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Async JavaScript Mental Models</a:t>
            </a:r>
          </a:p>
          <a:p>
            <a:pPr>
              <a:spcAft>
                <a:spcPts val="1000"/>
              </a:spcAft>
              <a:defRPr sz="2000">
                <a:solidFill>
                  <a:srgbClr val="505050"/>
                </a:solidFill>
                <a:latin typeface="Arial"/>
              </a:defRPr>
            </a:pPr>
            <a:r>
              <a:t>Optional Pre-Reading — Expanded Edition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This Primer Exists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Nearly every file in this course is asynchronous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Model calls, database lookups, and cookies all involve waiting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shaky mental model here compounds across all seven phases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solid one here makes the rest of the course feel obvious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Skip ahead if async/await already feels fully intuitive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What "Asynchronous" Actually Means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Synchronous: one instruction finishes before the next begins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Asynchronous: an instruction can start, then let other work happen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result of async work arrives later, not immediately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JavaScript is single-threaded but handles this through concurrency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Concurrency is not the same thing as parallelism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JavaScript Needs This At 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single thread means only one instruction runs at a time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Waiting on a network call would freeze everything else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Async patterns let that single thread stay productive while waiting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is what allows one server to serve many requests at once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Brief History: Callbacks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original async pattern in JavaScript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Pass a function to be called later, when work finishes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Works, but nesting many callbacks becomes hard to read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Known widely as "callback hell" in older codebases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Brief History: Promises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Introduced as a cleaner abstraction over callbacks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Promise represents a future value, not the value itself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Can be chained with .then() and .catch()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Still can become hard to read with deep chains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Brief History: async/await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Syntax sugar built directly on top of Promises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Lets asynchronous code read like ordinary sequential code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Does not replace Promises — every async function returns one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 uses async/await exclusively, not raw .then() chains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Restaurant Order 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Two friends ordering food at a restaurant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Sequential: one order fully finishes before the next begins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Concurrent: both orders placed and cooked at the same time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Independent tasks should not wait on each other unnecessarily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Sequential Ordering,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Waiter takes your order first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Waiter walks to the kitchen with your order only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Waits for your food to be fully cooked and delivered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Only then asks your friend what they want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Two ten-minute dishes become twenty minutes total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Concurrent Ordering, Step by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Both orders given to the waiter one after another, quickly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Both dishes cook in the kitchen at the same time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Neither dish's cooking depends on the other one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Whole table eats in ten minutes, not twenty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Extending the Analogy: A Slow Dish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Suppose your friend's dish takes twenty minutes, yours takes ten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Concurrent ordering still finishes in twenty minutes total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 thirty minutes, because the two clocks run at the same time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total is the SLOWEST task, not the sum of every task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Extending the Analogy: A Failed Dish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Suppose the kitchen runs out of an ingredient for one dish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Should the other, successful dish be thrown away too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maps directly to Promise.all versus Promise.allSettled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Covered in detail later in this primer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What a Promise Actually 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 the result itself — a placeholder for a future result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Like a restaurant buzzer handed to you after ordering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buzzer does not contain your food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It represents "this is being prepared, you'll be notified"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Three States of a Promise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Pending: the work has not finished yet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Fulfilled: the work finished successfully, a value is available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Rejected: the work failed, a reason is available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Promise can only ever settle into ONE final state, once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Pending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initial state immediately after a Promise is created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Neither success nor failure has happened yet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Code can continue running while a Promise stays pending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is exactly what makes concurrency possible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Fulfilled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asynchronous operation completed successfully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resulting value becomes available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await on a fulfilled Promise returns that value directly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is the "happy path" outcome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Rejected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asynchronous operation failed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reason, usually an Error object, becomes available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await on a rejected Promise throws that reason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is what a catch block is designed to receive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Calling an Async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Calling it does NOT wait for it to finish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It immediately returns a Promise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actual work continues in the background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Promise is the buzzer, not the food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Common Beginner Mistake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Assuming a function call itself blocks until done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Printing a variable right after calling an async function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Seeing "Promise pending" instead of the expected value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fix is remembering to await the call first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What await Actually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Pauses execution at that specific line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Waits until the Promise settles, one way or another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Only pauses the function it is written inside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Does not freeze the rest of the application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await Only Works Inside async Functions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await keyword requires an enclosing async function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Using it at the top level of a regular script is invalid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Module-level top-level await exists in some environments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function using await in this course is marked async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Node.js Handles Many Requests at Once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await pauses one function, not the whole server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Other unrelated requests keep being handled meanwhile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Nothing is ever truly frozen waiting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One function politely steps aside so other work proceeds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Event Loop, Conceptually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JavaScript runs on a single main thread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call stack holds the code currently executing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task queue holds work waiting to run once the stack is clear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event loop moves queued work onto the stack when it's empty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Call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Where synchronous code actually executes, line by line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Functions are pushed on when called, popped off when they return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Nothing else can run while the call stack is busy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Async operations are handed off elsewhere, not run here directly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Microtask Queue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Promises resolve into this queue, not the regular task queue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Microtasks run before the next regular task, every time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is why Promise callbacks feel almost immediate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deeper detail, useful once debugging subtle ordering issues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This Matters Practically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You rarely need to think about the event loop directly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But understanding it explains why concurrent calls feel instant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And why one slow await does not freeze unrelated requests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Treat this as background intuition, not something to memorize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Sequential Awaiting Is Slow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Each await fully blocks progress on that specific line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next call does not start until the current one finishes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Two two-second calls become four seconds total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Even when neither call depended on the other's result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Concrete Sequential Example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Call runArchitectAgent, await its result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Only then call runSecurityAgent, await its result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Only then call runDocsAgent, await its result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Total time is the sum of all three calls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Concurrent Calls Are Fast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Call every function back to back, without awaiting any first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request is in flight over the network simultaneously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Promise.all waits for all of them together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Total time is roughly the slowest call, not the sum of all calls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Same Example, Concurrently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Call runArchitectAgent, do not await yet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Call runSecurityAgent, do not await yet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Call runDocsAgent, do not await yet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Await Promise.all across all three at once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The Key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Calling an async function starts its work immediately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happens whether or not you await it right away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await only controls when your code pauses to wait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 when the underlying work actually begins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This Insight Is Easy to Miss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Reading code top to bottom feels inherently sequential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It is tempting to assume execution order matches reading order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Two calls placed next to each other can still run in parallel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Only an await in between forces true sequential behavior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Promise.all, In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Accepts an array of Promises as input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Resolves once every Promise in the array has fulfilled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Resolves with an array of results, in the same input order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Result order matches input order, not completion order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Result Order Is Guaranteed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is a guarantee from the JavaScript specification itself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 a coincidence or an implementation detail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Safe to destructure results positionally after Promise.all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fastest call finishing first does not change array position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Promise.all's Failure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Rejects immediately if any single Promise rejects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Discards whatever the other Promises may have produced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Even successful results are lost when one call fails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is a meaningful risk to understand before relying on it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When Promise.all's Failure Behavior Is Safe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Safe when every individual call already catches its own errors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course's runSpecialist function never lets a call reject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It always resolves with a success or a handled-failure object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Promise.all becomes safe by design, not by luck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When Promise.all's Failure Behavior Is Risky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Risky when a call can genuinely throw an uncaught exception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One failure destroys visibility into two otherwise-successful results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is exactly the scenario Promise.allSettled was built for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Covered next in this primer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Promise.allSettled, In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Also accepts an array of Promises as input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Always resolves, no matter how many individual Promises reject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Resolves with an array describing every outcome, one per Promise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Never itself rejects — it reports outcomes instead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Reading a Promise.allSettled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Each entry has a status field: fulfilled or rejected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fulfilled entry includes a value field with the result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rejected entry includes a reason field with the error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single call's outcome is visible, none are ever discarded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Choosing Between all and allSettled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 Promise.all when every failure should already be handled internally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 Promise.all when any single failure should halt the whole batch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 Promise.allSettled when you want every outcome, good or bad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 Promise.allSettled as a safer default for less-trusted calls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Promise.race, In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Accepts an array of Promises as input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Settles as soon as the FIRST Promise settles, win or lose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If that first Promise rejects, Promise.race rejects too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Useful for racing a real call against a timer Promise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Timeout Pattern Using Promise.race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Create a Promise that rejects after a fixed delay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Race it against the real asynchronous operation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Whichever settles first determines the outcome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 instead uses AbortController for timeouts directly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Promise.any, In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Accepts an array of Promises as input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Resolves as soon as the FIRST Promise resolves successfully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Only rejects if every single Promise in the array rejects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Directly relevant to provider failover patterns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Promise.any and Provider Failover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Try several equivalent providers at once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Take whichever one succeeds first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Only fail if literally every provider failed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close cousin to the sequential failover gateway built later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This Course Built Failover Sequentially Instead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Sequential failover tries providers in a deliberate preference order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Cheapest, fastest, most trusted provider attempted first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Promise.any would try all providers simultaneously, wasting quota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Ordered fallback better fits genuine cost and preference constraints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Quick Comparison Table, In Words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Promise.all: wait for all, fail entirely on any single failure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Promise.allSettled: wait for all, never fails, reports everything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Promise.race: settle on whichever finishes first, win or lose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Promise.any: settle on the first success, fail only if all fail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try/catch With Async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Works exactly like synchronous try/catch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If an awaited Promise rejects, execution jumps to catch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Everything after the failed await line is skipped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pattern used throughout every route handler in this course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 Common Async try/catch Mistake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Forgetting to await inside a try block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Promise rejection then happens outside the try/catch's reach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catch block never runs, the rejection becomes unhandled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Always await anything you expect a try/catch to actually catch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Unhandled Promise Rejections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Occur when a rejected Promise has no catch handling anywhere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Node.js will log a warning, and may eventually crash the process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serious issue in long-running servers, not just a cosmetic warning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async call in this course is deliberately wrapped safely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Expected Failures vs Exceptional Failures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Zod's safeParse returns a checked result, never throws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Used throughout this course for expected, routine validation failures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try/catch reserved for genuinely exceptional failures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Network errors and provider outages are treated as exceptional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This Distinction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Mixing expected and exceptional failures in one catch block is confusing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validation failure and a network outage need different handling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Keeping them separate makes error-handling code easier to reason about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 applies this distinction consistently across all seven phases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Closures: A Quick Detour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function that "remembers" variables from where it was defined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Even after that outer function has already finished running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course's retry wrapper relies on this pattern directly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Each retry attempt is a fresh closure over shared configuration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Closures Matter for Async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An async callback often needs access to outer variables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closure lets it retain that access even after delays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is how a timeout callback still knows which controller to abort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 unique to async code, but especially visible there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AbortController, Conceptually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standard Web API, not specific to any one library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Provides a signal object and an abort method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signal can be handed to a fetch-based request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Calling abort cancels that request, wherever it currently is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Why AbortController Fits the Promise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An aborted request still settles as a rejected Promise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rejection reason indicates the operation was aborted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fits naturally into existing try/catch handling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 special syntax needed beyond ordinary Promise handling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Threading a Single Signal Through Many Calls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One shared signal can be passed into many nested async calls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Any one of them can check the signal or forward it further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Aborting once cancels everything holding a reference to it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This is exactly how whole-loop deadlines work later in the course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Sequential vs Concurrent: A Final Mental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Two awaits back to back, one after another, is sequential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Two calls made first, then awaited together, is concurrent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The difference is entirely about WHEN you choose to await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Not about which functions you are calling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Primer 1 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Promise is a placeholder, not the result itself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 Promise settles into exactly one final state, once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await pauses one function, not the whole server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Starting work happens at call time, not at await time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Primer 1 Checklist, Continued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Promise.all fails entirely on any single rejection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Promise.allSettled always resolves, reporting every outcome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Promise.race and Promise.any settle on the first result, differently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Independent async work should run concurrently, not sequentially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00000"/>
                </a:solidFill>
                <a:latin typeface="Georgia"/>
              </a:defRPr>
            </a:pPr>
            <a:r>
              <a:t>Where These Ideas Reappear in the Course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Phase 1: the ReAct loop's sequential Think, Act, Observe cycle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Phase 6: Promise.all powering concurrent specialist agents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Phase 7: AbortController powering timeouts and whole-loop deadlines</a:t>
            </a:r>
          </a:p>
          <a:p>
            <a:pPr>
              <a:lnSpc>
                <a:spcPct val="130000"/>
              </a:lnSpc>
              <a:spcAft>
                <a:spcPts val="1400"/>
              </a:spcAft>
              <a:defRPr sz="1800">
                <a:solidFill>
                  <a:srgbClr val="1E1E1E"/>
                </a:solidFill>
                <a:latin typeface="Arial"/>
              </a:defRPr>
            </a:pPr>
            <a:r>
              <a:t>• Every phase builds directly on the mental models from this primer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