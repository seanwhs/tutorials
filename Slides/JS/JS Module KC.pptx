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7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FCE33-544B-EA18-21A9-A8EE591EE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59C2F-6625-121C-7D40-4C3361E418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A3641-BB7A-B520-55DC-2071B6419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C2CFD-BAFB-F288-F23D-30F231510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A922E6-9BF3-A59D-420F-B22175A52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3759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ABBDB-8FC1-02BC-988C-078F27881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D38E0-2C25-F5AE-45DA-5DD5C298A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59A68-1C21-FD7D-9E43-97BDBFCD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8FAD0-63F9-2D32-3E32-0F8391BC3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BB220-0DBF-F52B-CDD4-05B3DA0D4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43700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C5539-1D4D-9213-CFCD-12E143599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5A9A5-0CF3-FE97-9297-EAF1FC2DF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8B00AE-1D8D-785F-A372-F3C1DE26C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A3580-4EF2-B810-CF24-298DF9296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3DBCD1-E9D5-4214-FB43-3023BAD55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64913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1F44-DAE9-E323-5BD9-421D0C669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458E6-4933-96E2-E625-E5BDADA04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9720E1-9BB7-DB70-4553-083DF6B9E8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ECAE2-BE2F-3981-788F-A042E0FBA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3B58F-6FAC-29CF-57ED-6E5E52B84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4E1AB-099E-097C-822B-056CF8291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99426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A5B59-D9BC-2AE4-7B06-9658FD50C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53CFA-98BC-15E8-0703-70180ABD2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29BE2-A6C2-8D9E-D32D-B3AC7B76F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31758A-FA30-1237-870B-EF296B8CB5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2CD90-91D5-377D-FF68-B2DC9F9A17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CFB901-5467-663E-169A-D57286DE6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5AF7F3-F0B9-B024-26C0-0A7B5E4D2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8FC7BD-93DE-75ED-9F6A-EB750487A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8037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FF9AA-B0D3-4D6E-1DDC-727833AEA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227722-34C7-60C3-E46E-436C023F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BDC44-AAB2-837B-CF93-AB1BA6E4F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5FA3AB-4E42-19C8-8C05-F0F3C64E3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92215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555296-8FFB-9337-A586-152D5459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740954-9112-A5DE-5A08-D9A8C8472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C7C38-BE8B-1667-881F-6801FFE77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2054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BBA54-8DDD-182B-88F3-E7DA97397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DC5AB3-FC05-C491-3819-F88D1017E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E08B4D-D9D0-1805-A43E-59EDAA5E8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E4B37-E36C-CB5E-5BEA-01A977613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83664-C225-52F9-58DF-0BDFB4CCE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AE787B-89D3-412E-9E3F-FC3DF5B91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60376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84FF2-24F9-B3C8-FF8E-9C44171F2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D789CD-34F5-33F7-1BE7-CAF8D0BB7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C1B48-3538-CE3E-DEAF-565096FF1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1A1ED-2778-80B3-41AC-36515C8F2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427855-845E-9F95-1188-A9285AE8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247C5-B290-62F0-3FD7-E6D9625F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78278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E22D0-EFF1-38EA-1532-606723BA9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8FB71A-E3B2-9E4D-BDD3-78B91CAC6B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C570C-485D-5DF9-FA85-94201BC18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09ACE-0F6B-7A35-B0E4-E2DD0038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DB568-4A9C-5E84-2EF9-EB46121C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58421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67BBCE-38AB-C3D9-770C-070AF13F20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19CDA5-A527-7872-28F9-90AF0FBC2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AAE7B-DF80-BF44-622C-A95BE2081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F3BC3-27CE-344B-8EAE-C9CD7165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B4195-FE62-3B53-91C7-9C2696B83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14528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BF99B4-2F84-53C3-3640-77AFC8A48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E6766-3F94-FD19-81A7-1F207362F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EE705-65A6-06CC-8285-E1EDD49A79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9ACD4-A7D7-4745-BA4D-CB1A6E174DBC}" type="datetimeFigureOut">
              <a:rPr lang="en-SG" smtClean="0"/>
              <a:t>31/12/2025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0C2FE-FCA1-737A-5EB4-57C32D2FB4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94165-BCBC-56BD-3216-F33732FDB5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2C4892-5015-4244-8C1A-26B6350B68D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4070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F26395-24FF-AF68-D486-56DCC753B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/>
              <a:t>Module 9: </a:t>
            </a:r>
            <a:r>
              <a:rPr lang="en-SG" sz="5400" b="1" dirty="0"/>
              <a:t>Knowledge Check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9FD57-ED1B-5542-FB3D-48035CA016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10727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3DA11-DDD8-B1E4-CF32-D2E453C71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Core Mechanics Review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0A751-BDAF-0047-02A7-F0C2E640A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Stack:</a:t>
            </a:r>
            <a:r>
              <a:rPr lang="en-US" dirty="0"/>
              <a:t> Explain why primitives are "passed by value."</a:t>
            </a:r>
          </a:p>
          <a:p>
            <a:r>
              <a:rPr lang="en-US" b="1" dirty="0"/>
              <a:t>The Heap:</a:t>
            </a:r>
            <a:r>
              <a:rPr lang="en-US" dirty="0"/>
              <a:t> Explain why objects are "passed by reference."</a:t>
            </a:r>
          </a:p>
          <a:p>
            <a:r>
              <a:rPr lang="en-US" b="1" dirty="0"/>
              <a:t>The Event Loop:</a:t>
            </a:r>
            <a:r>
              <a:rPr lang="en-US" dirty="0"/>
              <a:t> If a while loop runs forever, why does the </a:t>
            </a:r>
            <a:r>
              <a:rPr lang="en-US" dirty="0" err="1"/>
              <a:t>setTimeout</a:t>
            </a:r>
            <a:r>
              <a:rPr lang="en-US" dirty="0"/>
              <a:t> never fire?</a:t>
            </a:r>
          </a:p>
        </p:txBody>
      </p:sp>
    </p:spTree>
    <p:extLst>
      <p:ext uri="{BB962C8B-B14F-4D97-AF65-F5344CB8AC3E}">
        <p14:creationId xmlns:p14="http://schemas.microsoft.com/office/powerpoint/2010/main" val="89853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9568F-9256-0D75-5C0D-B8100498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b="1" dirty="0"/>
              <a:t>Patterns &amp; Performance Review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3F686-78F5-5FFA-8E85-4E064FAB0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FP vs. OOP:</a:t>
            </a:r>
            <a:r>
              <a:rPr lang="en-US" dirty="0"/>
              <a:t> Which paradigm is better for "State Management" and why? (Hint: Immutability).</a:t>
            </a:r>
          </a:p>
          <a:p>
            <a:endParaRPr lang="en-US" dirty="0"/>
          </a:p>
          <a:p>
            <a:r>
              <a:rPr lang="en-US" b="1" dirty="0"/>
              <a:t>Security:</a:t>
            </a:r>
            <a:r>
              <a:rPr lang="en-US" dirty="0"/>
              <a:t> Why is </a:t>
            </a:r>
            <a:r>
              <a:rPr lang="en-US" dirty="0" err="1"/>
              <a:t>textContent</a:t>
            </a:r>
            <a:r>
              <a:rPr lang="en-US" dirty="0"/>
              <a:t> the industry standard for preventing XSS?</a:t>
            </a:r>
          </a:p>
          <a:p>
            <a:endParaRPr lang="en-US" dirty="0"/>
          </a:p>
          <a:p>
            <a:r>
              <a:rPr lang="en-US" b="1" dirty="0"/>
              <a:t>Performance:</a:t>
            </a:r>
            <a:r>
              <a:rPr lang="en-US" dirty="0"/>
              <a:t> Define "Layout Thrashing" and how </a:t>
            </a:r>
            <a:r>
              <a:rPr lang="en-US" dirty="0" err="1"/>
              <a:t>requestAnimationFrame</a:t>
            </a:r>
            <a:r>
              <a:rPr lang="en-US" dirty="0"/>
              <a:t> prevents it.</a:t>
            </a:r>
          </a:p>
        </p:txBody>
      </p:sp>
    </p:spTree>
    <p:extLst>
      <p:ext uri="{BB962C8B-B14F-4D97-AF65-F5344CB8AC3E}">
        <p14:creationId xmlns:p14="http://schemas.microsoft.com/office/powerpoint/2010/main" val="1849886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101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Module 9: Knowledge Check</vt:lpstr>
      <vt:lpstr>Core Mechanics Review</vt:lpstr>
      <vt:lpstr>Patterns &amp; Performance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Sean</dc:creator>
  <cp:lastModifiedBy>Sean</cp:lastModifiedBy>
  <cp:revision>19</cp:revision>
  <dcterms:created xsi:type="dcterms:W3CDTF">2025-12-30T23:34:10Z</dcterms:created>
  <dcterms:modified xsi:type="dcterms:W3CDTF">2025-12-31T08:56:09Z</dcterms:modified>
</cp:coreProperties>
</file>